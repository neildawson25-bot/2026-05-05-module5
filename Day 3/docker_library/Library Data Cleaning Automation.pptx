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FD773-4CAD-40D1-B956-EC3787CCF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7E1E04-0363-4E7A-BF63-86E0A970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A0758-0030-4A88-B945-4117D0750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DFDB2-74C0-4123-BC62-EA58A30CE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7DB089-C538-4DAA-A415-642C06F89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6124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51137-FBA8-48BC-87D2-F268E6872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B3E1B-A825-4F76-9E8E-BCDF830B6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CD910-368A-4D30-AE13-5F9152709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14619-3326-4DF6-A1B2-7A90CF215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B31EC-9970-4D76-92EE-1143EADE8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047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6F388-116E-49F1-92E9-25FEE906B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026E63-D06F-4F51-A392-611891BE6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8C8E5-3662-4AEF-9FE1-B850A974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EC464-174C-445B-B762-AE3C4969C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CCDC0-4A9E-44D1-A378-C6299DC7D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364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386A5-FABA-423B-940F-8B7886D8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2C4E9-5D98-4BD5-9DA5-07F7E9D3B1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D32226-716B-4D76-8F2D-5921908E4F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406121-BBD6-4712-B4DF-299349B19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45C6B-E862-44DE-86D5-B6E243B76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A45F6-CB4F-4755-A53D-A70F7D5E7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7675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29BC2-CC58-4810-9C4D-1B5A43EEB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74DF5-E457-4F82-8489-8B1EEE5BC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421EDE-FB17-4F2D-A176-5D14045443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27F370-CBD7-40A2-BA66-C510E0AF13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D2BC70-2F2A-4C8B-A870-9F556EA365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7BB931-159D-4212-817A-4557AEF3D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1757-762E-462C-9D5F-BA4F09F8B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706A47-0CF5-4AE8-9A35-6722F9476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9566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A3CD-E8AD-40EF-B327-BFB1D21D5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E37A8C-B00C-4F9F-B7E4-5C64D7DB9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A9B6F5-FD25-4BB7-A3EC-87FD9F67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608735-1525-4A3D-9D35-6118877B3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246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5DFC0-39FC-467C-907A-DFFC82068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BD377D-3068-44D9-B866-438BAC32F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6CB92-606B-450C-9F7A-D95E92510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955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4CFBD-BE6A-4F45-B948-05253BAD9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A320A-B33B-477E-BFF8-6995437CF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AABCB-379C-461B-B9C5-646D0DF82C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1FAC5-1510-478D-86BE-1DC5954E8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74FABC-31B8-4099-BB07-FE5CEE905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F1F68-D692-4E99-A79F-694A01B6F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775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FD28-ED4A-4F99-A8B5-8EC33CB91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ABA6EB-19EF-4808-95BC-98E9F3121B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AAFA8B-5654-4D80-85C6-FA540335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E4C37-609A-466C-80AA-E6A7881CA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2D442-CA2E-4CCF-AD7B-245D9E96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E51DD-92AE-4354-A514-2C93218F2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171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C8AE0-377F-4E88-AAF0-4B16E308A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BFA90C-A15F-4D9F-8A51-C26B12B9C9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F77B3-A632-45B0-8F5E-3D510EA01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7D6B1-6B55-418B-841A-68ECC2771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10D6D-99E2-4599-B21D-E2E67DADD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396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D4AE8F-7174-44F5-BA0D-0FB062A5C7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8E2819-80B9-4E4F-B90C-F4CAFBE16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282BB-571B-46B9-9BAA-1052DAA9A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C41C4-57DA-4510-8ACF-8BFAC7525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545E19-C036-4370-BACE-D98DC3013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0570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97B596-2683-472B-BF8B-EA683CE79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C4B3F-AA37-40D0-80FB-4A84F969E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2A702-5D9E-4EFD-A808-5A870E31E4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92AFB-F554-4044-B7BA-B09BD2FD2297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3ACF4-769F-4DBB-801D-E4CEE2E0DB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2667B-8AE8-4E25-B2C2-ADA4C89E80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D61BB-1704-434D-B589-7BDF0C28AC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862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F1E48-463D-483D-ACEB-641CB23DA7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Library Data Cleaning Automation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5406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22CE9-5512-44A7-A7CC-765B5480C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b="1" dirty="0"/>
              <a:t>Agenda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E0E99-F713-491B-B9F3-04ACD785E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4353"/>
            <a:ext cx="10515600" cy="4742610"/>
          </a:xfrm>
        </p:spPr>
        <p:txBody>
          <a:bodyPr>
            <a:normAutofit/>
          </a:bodyPr>
          <a:lstStyle/>
          <a:p>
            <a:r>
              <a:rPr lang="en-US" dirty="0"/>
              <a:t>Project Brief</a:t>
            </a:r>
          </a:p>
          <a:p>
            <a:r>
              <a:rPr lang="en-US" dirty="0"/>
              <a:t>Proposed Solution</a:t>
            </a:r>
          </a:p>
          <a:p>
            <a:r>
              <a:rPr lang="en-US" dirty="0"/>
              <a:t>Architecture Diagram</a:t>
            </a:r>
          </a:p>
          <a:p>
            <a:r>
              <a:rPr lang="en-US" dirty="0"/>
              <a:t>Data Cleaning Pipeline</a:t>
            </a:r>
          </a:p>
          <a:p>
            <a:r>
              <a:rPr lang="en-US" dirty="0"/>
              <a:t>Power BI Visual Dashboard</a:t>
            </a:r>
          </a:p>
          <a:p>
            <a:r>
              <a:rPr lang="en-GB" dirty="0"/>
              <a:t>Risks &amp; Issues</a:t>
            </a:r>
          </a:p>
          <a:p>
            <a:r>
              <a:rPr lang="en-GB" dirty="0"/>
              <a:t>SWOT Analysis</a:t>
            </a:r>
          </a:p>
          <a:p>
            <a:r>
              <a:rPr lang="en-GB" dirty="0"/>
              <a:t>Demonstration</a:t>
            </a:r>
          </a:p>
          <a:p>
            <a:r>
              <a:rPr lang="en-GB" dirty="0"/>
              <a:t>Conclusion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2266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Brief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A5B3-FBBB-4C01-BB9B-9572D207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506"/>
            <a:ext cx="10515600" cy="2082987"/>
          </a:xfrm>
        </p:spPr>
        <p:txBody>
          <a:bodyPr/>
          <a:lstStyle/>
          <a:p>
            <a:r>
              <a:rPr lang="en-US" dirty="0"/>
              <a:t>Library want to improve current quality analysis</a:t>
            </a:r>
          </a:p>
          <a:p>
            <a:pPr lvl="1"/>
            <a:r>
              <a:rPr lang="en-US" dirty="0"/>
              <a:t>Manual process</a:t>
            </a:r>
          </a:p>
          <a:p>
            <a:pPr lvl="1"/>
            <a:r>
              <a:rPr lang="en-US" dirty="0"/>
              <a:t>Time Consuming</a:t>
            </a:r>
          </a:p>
          <a:p>
            <a:pPr lvl="1"/>
            <a:r>
              <a:rPr lang="en-US" dirty="0"/>
              <a:t>Less Reliable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58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A5B3-FBBB-4C01-BB9B-9572D207E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Python to clean and transform data</a:t>
            </a:r>
          </a:p>
          <a:p>
            <a:r>
              <a:rPr lang="en-US" dirty="0"/>
              <a:t>Use Docker to package and run the solution</a:t>
            </a:r>
          </a:p>
          <a:p>
            <a:r>
              <a:rPr lang="en-US" dirty="0"/>
              <a:t>Cleaned output files automatically exported</a:t>
            </a:r>
          </a:p>
          <a:p>
            <a:r>
              <a:rPr lang="en-US" dirty="0"/>
              <a:t>Data metrics generated during Pipeline run</a:t>
            </a:r>
          </a:p>
          <a:p>
            <a:r>
              <a:rPr lang="en-US" dirty="0"/>
              <a:t>Power BI Dashboard used for monitoring and reporting</a:t>
            </a:r>
          </a:p>
        </p:txBody>
      </p:sp>
    </p:spTree>
    <p:extLst>
      <p:ext uri="{BB962C8B-B14F-4D97-AF65-F5344CB8AC3E}">
        <p14:creationId xmlns:p14="http://schemas.microsoft.com/office/powerpoint/2010/main" val="1267490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Diagram</a:t>
            </a:r>
            <a:br>
              <a:rPr lang="en-US" dirty="0"/>
            </a:br>
            <a:endParaRPr lang="en-GB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44EE58-3903-4DB9-BD4D-081191B425A5}"/>
              </a:ext>
            </a:extLst>
          </p:cNvPr>
          <p:cNvSpPr/>
          <p:nvPr/>
        </p:nvSpPr>
        <p:spPr>
          <a:xfrm>
            <a:off x="349624" y="2926136"/>
            <a:ext cx="1461247" cy="758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Source CSV Files</a:t>
            </a:r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1397F0-E58E-4C18-8A5B-6C8188F4DDFE}"/>
              </a:ext>
            </a:extLst>
          </p:cNvPr>
          <p:cNvSpPr/>
          <p:nvPr/>
        </p:nvSpPr>
        <p:spPr>
          <a:xfrm>
            <a:off x="2590798" y="2935101"/>
            <a:ext cx="1461247" cy="758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Python Cleaning Pipeline 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6E196EF-1FEA-48A2-8ED1-D3A61AB2D168}"/>
              </a:ext>
            </a:extLst>
          </p:cNvPr>
          <p:cNvSpPr/>
          <p:nvPr/>
        </p:nvSpPr>
        <p:spPr>
          <a:xfrm>
            <a:off x="5020239" y="2935101"/>
            <a:ext cx="1461247" cy="758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Docker Container</a:t>
            </a:r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20DE37-267B-42E8-B6F1-AD718DC87795}"/>
              </a:ext>
            </a:extLst>
          </p:cNvPr>
          <p:cNvSpPr/>
          <p:nvPr/>
        </p:nvSpPr>
        <p:spPr>
          <a:xfrm>
            <a:off x="7534835" y="2935101"/>
            <a:ext cx="1461247" cy="758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CSV Outputs</a:t>
            </a:r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31831D-05C1-4F1A-A6A5-9FCD8D7BCF52}"/>
              </a:ext>
            </a:extLst>
          </p:cNvPr>
          <p:cNvSpPr/>
          <p:nvPr/>
        </p:nvSpPr>
        <p:spPr>
          <a:xfrm>
            <a:off x="10148047" y="2926136"/>
            <a:ext cx="1461247" cy="758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Power BI Dashboard</a:t>
            </a:r>
            <a:endParaRPr lang="en-GB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9C05526-B488-4083-AF70-44A658F7BE43}"/>
              </a:ext>
            </a:extLst>
          </p:cNvPr>
          <p:cNvSpPr/>
          <p:nvPr/>
        </p:nvSpPr>
        <p:spPr>
          <a:xfrm>
            <a:off x="2021539" y="3146192"/>
            <a:ext cx="484095" cy="336176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D44D98A8-5EB4-4B9D-A646-9BDB9737465D}"/>
              </a:ext>
            </a:extLst>
          </p:cNvPr>
          <p:cNvSpPr/>
          <p:nvPr/>
        </p:nvSpPr>
        <p:spPr>
          <a:xfrm>
            <a:off x="4305293" y="3137227"/>
            <a:ext cx="484095" cy="336176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FD0167-CAFF-42DA-924D-EE615D9DC865}"/>
              </a:ext>
            </a:extLst>
          </p:cNvPr>
          <p:cNvSpPr/>
          <p:nvPr/>
        </p:nvSpPr>
        <p:spPr>
          <a:xfrm>
            <a:off x="6766113" y="3150674"/>
            <a:ext cx="484095" cy="336176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4FA5672-5A43-447A-B3AB-F39D874858B9}"/>
              </a:ext>
            </a:extLst>
          </p:cNvPr>
          <p:cNvSpPr/>
          <p:nvPr/>
        </p:nvSpPr>
        <p:spPr>
          <a:xfrm>
            <a:off x="9280709" y="3260912"/>
            <a:ext cx="484095" cy="336176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2277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 Pipeline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A5B3-FBBB-4C01-BB9B-9572D207E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duplicate rows</a:t>
            </a:r>
          </a:p>
          <a:p>
            <a:r>
              <a:rPr lang="en-US" dirty="0"/>
              <a:t>Remove incomplete records</a:t>
            </a:r>
          </a:p>
          <a:p>
            <a:r>
              <a:rPr lang="en-GB" dirty="0"/>
              <a:t>Remove invalid customer references</a:t>
            </a:r>
          </a:p>
          <a:p>
            <a:r>
              <a:rPr lang="en-GB" dirty="0"/>
              <a:t>Calculate metrics:</a:t>
            </a:r>
          </a:p>
          <a:p>
            <a:pPr lvl="1"/>
            <a:r>
              <a:rPr lang="en-GB" dirty="0"/>
              <a:t>Days borrowed</a:t>
            </a:r>
          </a:p>
          <a:p>
            <a:pPr lvl="1"/>
            <a:r>
              <a:rPr lang="en-GB" dirty="0"/>
              <a:t>Overdue books</a:t>
            </a:r>
          </a:p>
          <a:p>
            <a:pPr lvl="1"/>
            <a:r>
              <a:rPr lang="en-GB" dirty="0"/>
              <a:t>Data errors</a:t>
            </a:r>
          </a:p>
        </p:txBody>
      </p:sp>
    </p:spTree>
    <p:extLst>
      <p:ext uri="{BB962C8B-B14F-4D97-AF65-F5344CB8AC3E}">
        <p14:creationId xmlns:p14="http://schemas.microsoft.com/office/powerpoint/2010/main" val="2568516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Bi Visual Dashboard</a:t>
            </a:r>
            <a:br>
              <a:rPr lang="en-US" dirty="0"/>
            </a:b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2CA032-61B4-4FF9-8233-F6388D10E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74" y="1114759"/>
            <a:ext cx="8207451" cy="522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908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Risks &amp;  Issues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A5B3-FBBB-4C01-BB9B-9572D207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024" y="1825625"/>
            <a:ext cx="10851776" cy="4351338"/>
          </a:xfrm>
        </p:spPr>
        <p:txBody>
          <a:bodyPr/>
          <a:lstStyle/>
          <a:p>
            <a:r>
              <a:rPr lang="en-US" dirty="0"/>
              <a:t>Poor quality source data (blank rows, invalid values, duplicate records)</a:t>
            </a:r>
          </a:p>
          <a:p>
            <a:r>
              <a:rPr lang="en-US" dirty="0"/>
              <a:t> Changes to source file (column names, formatting changes)</a:t>
            </a:r>
          </a:p>
          <a:p>
            <a:r>
              <a:rPr lang="en-GB" dirty="0"/>
              <a:t>Incorrect or outdated file uploads</a:t>
            </a:r>
          </a:p>
          <a:p>
            <a:r>
              <a:rPr lang="en-GB" dirty="0"/>
              <a:t>Pipeline or Docker container failure</a:t>
            </a:r>
          </a:p>
          <a:p>
            <a:r>
              <a:rPr lang="en-GB" dirty="0"/>
              <a:t>Legitimate records accidentally removed during cleaning</a:t>
            </a:r>
          </a:p>
        </p:txBody>
      </p:sp>
    </p:spTree>
    <p:extLst>
      <p:ext uri="{BB962C8B-B14F-4D97-AF65-F5344CB8AC3E}">
        <p14:creationId xmlns:p14="http://schemas.microsoft.com/office/powerpoint/2010/main" val="3579394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Swot Analysis</a:t>
            </a:r>
            <a:br>
              <a:rPr lang="en-US" dirty="0"/>
            </a:br>
            <a:endParaRPr lang="en-GB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869EE2C-953A-4334-BDE6-A7575F0E5075}"/>
              </a:ext>
            </a:extLst>
          </p:cNvPr>
          <p:cNvCxnSpPr/>
          <p:nvPr/>
        </p:nvCxnSpPr>
        <p:spPr>
          <a:xfrm>
            <a:off x="6006353" y="1246094"/>
            <a:ext cx="0" cy="52353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C667D8-8DE4-4069-91AB-7FCA116F29B0}"/>
              </a:ext>
            </a:extLst>
          </p:cNvPr>
          <p:cNvCxnSpPr/>
          <p:nvPr/>
        </p:nvCxnSpPr>
        <p:spPr>
          <a:xfrm>
            <a:off x="385482" y="3630706"/>
            <a:ext cx="11259671" cy="107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E6D4963-AF93-4560-AADF-4322570AED92}"/>
              </a:ext>
            </a:extLst>
          </p:cNvPr>
          <p:cNvSpPr txBox="1"/>
          <p:nvPr/>
        </p:nvSpPr>
        <p:spPr>
          <a:xfrm>
            <a:off x="484093" y="1479141"/>
            <a:ext cx="52891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Strengths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Automated data cleaning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Repeatable and consistent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Reduced manual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Power BI monitoring Dashboard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ADB645-628D-4443-9BCE-C1D3D67E0717}"/>
              </a:ext>
            </a:extLst>
          </p:cNvPr>
          <p:cNvSpPr txBox="1"/>
          <p:nvPr/>
        </p:nvSpPr>
        <p:spPr>
          <a:xfrm>
            <a:off x="6418735" y="1479141"/>
            <a:ext cx="52891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Weaknesses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Reliance on source data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Manual file upload/trigger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Some business duplicates maybe not be detected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9E9D41-AA1D-489D-B64F-0DF2C5DF1292}"/>
              </a:ext>
            </a:extLst>
          </p:cNvPr>
          <p:cNvSpPr txBox="1"/>
          <p:nvPr/>
        </p:nvSpPr>
        <p:spPr>
          <a:xfrm>
            <a:off x="403412" y="4079450"/>
            <a:ext cx="52891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Opportunities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CI/CD pipeline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Scheduled Automation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Database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validation and business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CC5255-5C5A-4EC5-93CF-3335996FA163}"/>
              </a:ext>
            </a:extLst>
          </p:cNvPr>
          <p:cNvSpPr txBox="1"/>
          <p:nvPr/>
        </p:nvSpPr>
        <p:spPr>
          <a:xfrm>
            <a:off x="6418735" y="4135521"/>
            <a:ext cx="52891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Threats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Incorrect input files uploaded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User error during manual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Changes to source file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0413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6F16-1B88-4E25-83C2-AA92E99D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A5B3-FBBB-4C01-BB9B-9572D207E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Successfully automated the library data cleaning using Python</a:t>
            </a:r>
          </a:p>
          <a:p>
            <a:r>
              <a:rPr lang="en-US" dirty="0"/>
              <a:t>Generated operational pipeline metrics</a:t>
            </a:r>
          </a:p>
          <a:p>
            <a:r>
              <a:rPr lang="en-US" dirty="0"/>
              <a:t>Monitoring Power BI Dashboard</a:t>
            </a:r>
          </a:p>
          <a:p>
            <a:r>
              <a:rPr lang="en-US" dirty="0"/>
              <a:t>Reduced manual processing</a:t>
            </a:r>
          </a:p>
          <a:p>
            <a:r>
              <a:rPr lang="en-US" dirty="0"/>
              <a:t>Identified future opportunities including automation and validation improvements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6135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265</Words>
  <Application>Microsoft Office PowerPoint</Application>
  <PresentationFormat>Widescreen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Library Data Cleaning Automation</vt:lpstr>
      <vt:lpstr>Agenda</vt:lpstr>
      <vt:lpstr>Project Brief </vt:lpstr>
      <vt:lpstr>Proposed Solution </vt:lpstr>
      <vt:lpstr>Architecture Diagram </vt:lpstr>
      <vt:lpstr>Data Cleaning Pipeline </vt:lpstr>
      <vt:lpstr>Power Bi Visual Dashboard </vt:lpstr>
      <vt:lpstr>Risks &amp;  Issues </vt:lpstr>
      <vt:lpstr>Swot Analysis </vt:lpstr>
      <vt:lpstr>Conclusion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Library Data Cleaning Automation</dc:title>
  <dc:creator>Admin</dc:creator>
  <cp:lastModifiedBy>Admin</cp:lastModifiedBy>
  <cp:revision>21</cp:revision>
  <dcterms:created xsi:type="dcterms:W3CDTF">2026-05-08T09:43:26Z</dcterms:created>
  <dcterms:modified xsi:type="dcterms:W3CDTF">2026-05-08T14:29:51Z</dcterms:modified>
</cp:coreProperties>
</file>